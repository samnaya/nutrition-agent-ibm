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IN" dirty="0"/>
              <a:t>Exploring the Power of Agentic AI with IBM watsonx.ai for Personalized Nutrition Assistance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2299279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SAMNAYA K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tl23btai0052@vidyaacademy.ac.in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9947162499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22459" y="3738417"/>
            <a:ext cx="62363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368864"/>
            <a:ext cx="10280254" cy="461665"/>
          </a:xfrm>
          <a:prstGeom prst="rect">
            <a:avLst/>
          </a:prstGeom>
          <a:noFill/>
        </p:spPr>
        <p:txBody>
          <a:bodyPr wrap="square" rtlCol="0">
            <a:spAutoFit/>
          </a:bodyPr>
          <a:lstStyle/>
          <a:p>
            <a:r>
              <a:rPr lang="en-US" sz="2400" b="1" dirty="0"/>
              <a:t>Domain of  Project – </a:t>
            </a:r>
            <a:r>
              <a:rPr lang="en-IN" sz="2400" dirty="0"/>
              <a:t>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Nutrition Agent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185761"/>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IN" dirty="0"/>
              <a:t>Maintaining a healthy diet requires proper meal planning, calorie management, and nutritional awareness. However, many individuals struggle to identify reliable dietary information and create personalized meal plans that suit their health conditions, lifestyle, and fitness goals. Most available nutrition resources provide generic recommendations rather than individualized guidance, making it difficult for users to adopt healthy eating habits.</a:t>
            </a:r>
          </a:p>
          <a:p>
            <a:pPr fontAlgn="base"/>
            <a:endParaRPr lang="en-US" dirty="0"/>
          </a:p>
          <a:p>
            <a:pPr fontAlgn="base"/>
            <a:r>
              <a:rPr lang="en-US" b="1" dirty="0"/>
              <a:t>The Objective</a:t>
            </a:r>
            <a:r>
              <a:rPr lang="en-US" dirty="0"/>
              <a:t> </a:t>
            </a:r>
          </a:p>
          <a:p>
            <a:r>
              <a:rPr lang="en-IN" dirty="0"/>
              <a:t>Develop an </a:t>
            </a:r>
            <a:r>
              <a:rPr lang="en-IN" b="1" dirty="0"/>
              <a:t>AI-Powered Nutrition Agent</a:t>
            </a:r>
            <a:r>
              <a:rPr lang="en-IN" dirty="0"/>
              <a:t> using </a:t>
            </a:r>
            <a:r>
              <a:rPr lang="en-IN" b="1" dirty="0"/>
              <a:t>IBM watsonx.ai</a:t>
            </a:r>
            <a:r>
              <a:rPr lang="en-IN" dirty="0"/>
              <a:t> that provides intelligent, personalized nutrition guidance through an interactive conversational interface. The system aims to:</a:t>
            </a:r>
          </a:p>
          <a:p>
            <a:r>
              <a:rPr lang="en-IN" b="1" dirty="0"/>
              <a:t>Personalized Diet Plans</a:t>
            </a:r>
            <a:r>
              <a:rPr lang="en-IN" dirty="0"/>
              <a:t> – Generate customized meal plans based on age, weight, height, gender, and health goals. </a:t>
            </a:r>
          </a:p>
          <a:p>
            <a:r>
              <a:rPr lang="en-IN" b="1" dirty="0"/>
              <a:t>BMI &amp; Calorie Calculator</a:t>
            </a:r>
            <a:r>
              <a:rPr lang="en-IN" dirty="0"/>
              <a:t> – Calculate Body Mass Index (BMI) and estimate daily calorie requirements (TDEE/BMR). </a:t>
            </a:r>
          </a:p>
          <a:p>
            <a:r>
              <a:rPr lang="en-IN" b="1" dirty="0"/>
              <a:t>Nutrition Analysis</a:t>
            </a:r>
            <a:r>
              <a:rPr lang="en-IN" dirty="0"/>
              <a:t> – </a:t>
            </a:r>
            <a:r>
              <a:rPr lang="en-IN" dirty="0" err="1"/>
              <a:t>Analyze</a:t>
            </a:r>
            <a:r>
              <a:rPr lang="en-IN" dirty="0"/>
              <a:t> foods and provide nutritional information and dietary recommendations. </a:t>
            </a:r>
          </a:p>
          <a:p>
            <a:r>
              <a:rPr lang="en-IN" b="1" dirty="0"/>
              <a:t>Family Profile Management</a:t>
            </a:r>
            <a:r>
              <a:rPr lang="en-IN" dirty="0"/>
              <a:t> – Maintain multiple user profiles for personalized recommendations. </a:t>
            </a:r>
          </a:p>
          <a:p>
            <a:r>
              <a:rPr lang="en-IN" b="1" dirty="0"/>
              <a:t>AI Chat Assistant</a:t>
            </a:r>
            <a:r>
              <a:rPr lang="en-IN" dirty="0"/>
              <a:t> – Answer nutrition-related questions using IBM watsonx.ai foundation models. </a:t>
            </a:r>
          </a:p>
          <a:p>
            <a:r>
              <a:rPr lang="en-IN" b="1" dirty="0"/>
              <a:t>Healthy Lifestyle Support</a:t>
            </a:r>
            <a:r>
              <a:rPr lang="en-IN" dirty="0"/>
              <a:t> – Encourage balanced diets and informed food choices through AI-powered recommendations.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pPr fontAlgn="base"/>
            <a:endParaRPr lang="en-US" b="1" dirty="0"/>
          </a:p>
          <a:p>
            <a:r>
              <a:rPr lang="en-US" b="1" dirty="0"/>
              <a:t>Proposed Solution: AI-Powered Nutrition Agent</a:t>
            </a:r>
          </a:p>
          <a:p>
            <a:r>
              <a:rPr lang="en-IN" dirty="0"/>
              <a:t>The proposed solution is an </a:t>
            </a:r>
            <a:r>
              <a:rPr lang="en-IN" b="1" dirty="0"/>
              <a:t>AI-powered Nutrition Agent</a:t>
            </a:r>
            <a:r>
              <a:rPr lang="en-IN" dirty="0"/>
              <a:t> developed using </a:t>
            </a:r>
            <a:r>
              <a:rPr lang="en-IN" b="1" dirty="0"/>
              <a:t>Python Flask</a:t>
            </a:r>
            <a:r>
              <a:rPr lang="en-IN" dirty="0"/>
              <a:t> and </a:t>
            </a:r>
            <a:r>
              <a:rPr lang="en-IN" b="1" dirty="0"/>
              <a:t>IBM watsonx.ai Foundation Models</a:t>
            </a:r>
            <a:r>
              <a:rPr lang="en-IN" dirty="0"/>
              <a:t>. The system provides personalized nutrition guidance through an interactive web application that combines conversational AI with health-related utilities. By leveraging IBM watsonx.ai, the application delivers intelligent responses and customized dietary recommendations based on user inputs.</a:t>
            </a:r>
          </a:p>
          <a:p>
            <a:r>
              <a:rPr lang="en-IN" dirty="0"/>
              <a:t>The solution consists of the following key modules:</a:t>
            </a:r>
          </a:p>
          <a:p>
            <a:r>
              <a:rPr lang="en-IN" b="1" dirty="0"/>
              <a:t>AI Nutrition Chatbot</a:t>
            </a:r>
            <a:r>
              <a:rPr lang="en-IN" dirty="0"/>
              <a:t> – Provides real-time answers to nutrition and diet-related queries using IBM watsonx.ai foundation models. </a:t>
            </a:r>
          </a:p>
          <a:p>
            <a:r>
              <a:rPr lang="en-IN" b="1" dirty="0"/>
              <a:t>Personalized Meal Planner</a:t>
            </a:r>
            <a:r>
              <a:rPr lang="en-IN" dirty="0"/>
              <a:t> – Generates customized meal plans according to age, weight, height, gender, dietary preferences, and health goals. </a:t>
            </a:r>
          </a:p>
          <a:p>
            <a:r>
              <a:rPr lang="en-IN" b="1" dirty="0"/>
              <a:t>BMI &amp; Calorie Calculator</a:t>
            </a:r>
            <a:r>
              <a:rPr lang="en-IN" dirty="0"/>
              <a:t> – Calculates Body Mass Index (BMI), Basal Metabolic Rate (BMR), and Total Daily Energy Expenditure (TDEE) to estimate daily calorie requirements. </a:t>
            </a:r>
          </a:p>
          <a:p>
            <a:r>
              <a:rPr lang="en-IN" b="1" dirty="0"/>
              <a:t>Food Nutrition Analyzer</a:t>
            </a:r>
            <a:r>
              <a:rPr lang="en-IN" dirty="0"/>
              <a:t> – </a:t>
            </a:r>
            <a:r>
              <a:rPr lang="en-IN" dirty="0" err="1"/>
              <a:t>Analyzes</a:t>
            </a:r>
            <a:r>
              <a:rPr lang="en-IN" dirty="0"/>
              <a:t> foods and provides nutritional insights to help users make healthier food choices. </a:t>
            </a:r>
          </a:p>
          <a:p>
            <a:r>
              <a:rPr lang="en-IN" b="1" dirty="0"/>
              <a:t>Family Profile Management</a:t>
            </a:r>
            <a:r>
              <a:rPr lang="en-IN" dirty="0"/>
              <a:t> – Maintains multiple user profiles so recommendations can be personalized for each family member. </a:t>
            </a:r>
          </a:p>
          <a:p>
            <a:r>
              <a:rPr lang="en-IN" b="1" dirty="0"/>
              <a:t>User-Friendly Dashboard</a:t>
            </a:r>
            <a:r>
              <a:rPr lang="en-IN" dirty="0"/>
              <a:t> – Offers an intuitive and responsive interface for accessing all nutrition-related services from a single platform. </a:t>
            </a:r>
          </a:p>
          <a:p>
            <a:r>
              <a:rPr lang="en-IN" dirty="0"/>
              <a:t>Overall, the proposed system provides an intelligent, interactive, and personalized nutrition assistant that helps users adopt healthier eating habits and make informed dietary decisions using AI-powered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84720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b="1" dirty="0"/>
              <a:t>Python Flask</a:t>
            </a:r>
            <a:r>
              <a:rPr lang="en-IN" sz="1800" dirty="0"/>
              <a:t> – Backend development and API management.</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watsonx.ai</a:t>
            </a:r>
            <a:r>
              <a:rPr lang="en-IN" sz="1800" dirty="0"/>
              <a:t> – AI model integration for personalized nutrition assistance.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Meta Llama 3.3-70B Instruct</a:t>
            </a:r>
            <a:r>
              <a:rPr lang="en-IN" sz="1800" dirty="0"/>
              <a:t> – Generates intelligent nutrition recommendations and responses.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Cloud</a:t>
            </a:r>
            <a:r>
              <a:rPr lang="en-IN" sz="1800" dirty="0"/>
              <a:t> – Secure cloud platform for authentication and AI services.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HTML, CSS &amp; JavaScript</a:t>
            </a:r>
            <a:r>
              <a:rPr lang="en-IN" sz="1800" dirty="0"/>
              <a:t> – Responsive and interactive user interface.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Git &amp; GitHub</a:t>
            </a:r>
            <a:r>
              <a:rPr lang="en-IN" sz="1800" dirty="0"/>
              <a:t> – Version control and project management.</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System Components Used</a:t>
            </a:r>
            <a:r>
              <a:rPr lang="en-US" sz="2400" b="1" dirty="0">
                <a:sym typeface="Times New Roman"/>
              </a:rPr>
              <a:t>-</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endParaRPr lang="en-US" dirty="0"/>
          </a:p>
          <a:p>
            <a:pPr marL="342900" indent="-342900">
              <a:buAutoNum type="arabicParenR"/>
            </a:pPr>
            <a:r>
              <a:rPr lang="en-IN" b="1" dirty="0"/>
              <a:t>User Input</a:t>
            </a:r>
            <a:r>
              <a:rPr lang="en-IN" dirty="0"/>
              <a:t> – Accepts nutrition-related queries and user health information. </a:t>
            </a:r>
          </a:p>
          <a:p>
            <a:pPr marL="342900" indent="-342900">
              <a:buAutoNum type="arabicParenR"/>
            </a:pPr>
            <a:endParaRPr lang="en-US" dirty="0"/>
          </a:p>
          <a:p>
            <a:r>
              <a:rPr lang="en-US" b="1" dirty="0"/>
              <a:t>2)</a:t>
            </a:r>
            <a:r>
              <a:rPr lang="en-IN" b="1" dirty="0"/>
              <a:t> IBM watsonx.ai</a:t>
            </a:r>
            <a:r>
              <a:rPr lang="en-IN" dirty="0"/>
              <a:t> – Processes user requests using IBM Foundation Models to generate AI responses.</a:t>
            </a:r>
          </a:p>
          <a:p>
            <a:endParaRPr lang="en-US" dirty="0"/>
          </a:p>
          <a:p>
            <a:r>
              <a:rPr lang="en-US" b="1" dirty="0"/>
              <a:t>3)</a:t>
            </a:r>
            <a:r>
              <a:rPr lang="en-IN" b="1" dirty="0"/>
              <a:t> Foundation Model</a:t>
            </a:r>
            <a:r>
              <a:rPr lang="en-IN" dirty="0"/>
              <a:t> – </a:t>
            </a:r>
            <a:r>
              <a:rPr lang="en-IN" b="1" dirty="0"/>
              <a:t>Meta Llama 3.3-70B Instruct</a:t>
            </a:r>
            <a:r>
              <a:rPr lang="en-IN" dirty="0"/>
              <a:t> for nutrition guidance and meal recommendations.</a:t>
            </a:r>
          </a:p>
          <a:p>
            <a:endParaRPr lang="en-US" dirty="0"/>
          </a:p>
          <a:p>
            <a:r>
              <a:rPr lang="en-US" b="1" dirty="0"/>
              <a:t>4)</a:t>
            </a:r>
            <a:r>
              <a:rPr lang="en-IN" b="1" dirty="0"/>
              <a:t> Flask Backend</a:t>
            </a:r>
            <a:r>
              <a:rPr lang="en-IN" dirty="0"/>
              <a:t> – Handles API requests, application logic, and communication with IBM watsonx.ai.</a:t>
            </a:r>
          </a:p>
          <a:p>
            <a:endParaRPr lang="en-US" dirty="0"/>
          </a:p>
          <a:p>
            <a:r>
              <a:rPr lang="en-US" b="1" dirty="0"/>
              <a:t>5)</a:t>
            </a:r>
            <a:r>
              <a:rPr lang="en-IN" b="1" dirty="0"/>
              <a:t> Frontend (HTML, CSS &amp; JavaScript)</a:t>
            </a:r>
            <a:r>
              <a:rPr lang="en-IN" dirty="0"/>
              <a:t> – Provides an interactive chatbot, dashboard, and meal planner interface.</a:t>
            </a:r>
            <a:endParaRPr lang="en-US" dirty="0"/>
          </a:p>
          <a:p>
            <a:endParaRPr lang="en-US" dirty="0"/>
          </a:p>
          <a:p>
            <a:r>
              <a:rPr lang="en-US" dirty="0"/>
              <a:t>6)</a:t>
            </a:r>
            <a:r>
              <a:rPr lang="en-IN" b="1" dirty="0"/>
              <a:t> Family Profile Storage</a:t>
            </a:r>
            <a:r>
              <a:rPr lang="en-IN" dirty="0"/>
              <a:t> – Stores and manages multiple user profiles for personalized recommendations.</a:t>
            </a: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400" b="1" dirty="0"/>
              <a:t>System Workflow</a:t>
            </a: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pic>
        <p:nvPicPr>
          <p:cNvPr id="4" name="Picture 3">
            <a:extLst>
              <a:ext uri="{FF2B5EF4-FFF2-40B4-BE49-F238E27FC236}">
                <a16:creationId xmlns:a16="http://schemas.microsoft.com/office/drawing/2014/main" id="{C597681A-DF93-B190-DD21-CBAEDA4E3CBF}"/>
              </a:ext>
            </a:extLst>
          </p:cNvPr>
          <p:cNvPicPr>
            <a:picLocks noChangeAspect="1"/>
          </p:cNvPicPr>
          <p:nvPr/>
        </p:nvPicPr>
        <p:blipFill>
          <a:blip r:embed="rId3"/>
          <a:srcRect/>
          <a:stretch/>
        </p:blipFill>
        <p:spPr>
          <a:xfrm>
            <a:off x="1435510" y="1139263"/>
            <a:ext cx="8731045"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rcRect/>
          <a:stretch/>
        </p:blipFill>
        <p:spPr>
          <a:xfrm>
            <a:off x="2575990" y="675732"/>
            <a:ext cx="7387260" cy="5007313"/>
          </a:xfrm>
          <a:prstGeom prst="rect">
            <a:avLst/>
          </a:prstGeom>
        </p:spPr>
      </p:pic>
      <p:pic>
        <p:nvPicPr>
          <p:cNvPr id="5" name="Picture 4">
            <a:extLst>
              <a:ext uri="{FF2B5EF4-FFF2-40B4-BE49-F238E27FC236}">
                <a16:creationId xmlns:a16="http://schemas.microsoft.com/office/drawing/2014/main" id="{F32E2A52-4054-CE06-A93E-8C9E88DE5536}"/>
              </a:ext>
            </a:extLst>
          </p:cNvPr>
          <p:cNvPicPr>
            <a:picLocks noChangeAspect="1"/>
          </p:cNvPicPr>
          <p:nvPr/>
        </p:nvPicPr>
        <p:blipFill>
          <a:blip r:embed="rId4"/>
          <a:stretch>
            <a:fillRect/>
          </a:stretch>
        </p:blipFill>
        <p:spPr>
          <a:xfrm>
            <a:off x="2742732" y="5446105"/>
            <a:ext cx="7053776" cy="1411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Nutrition Agent</a:t>
            </a:r>
          </a:p>
          <a:p>
            <a:r>
              <a:rPr lang="en-IN" dirty="0"/>
              <a:t>The Nutrition Agent uses </a:t>
            </a:r>
            <a:r>
              <a:rPr lang="en-IN" b="1" dirty="0"/>
              <a:t>IBM watsonx.ai Foundation Models</a:t>
            </a:r>
            <a:r>
              <a:rPr lang="en-IN" dirty="0"/>
              <a:t> to function as an intelligent AI assistant that provides personalized nutrition guidance. Instead of giving predefined responses, the agent understands user queries, </a:t>
            </a:r>
            <a:r>
              <a:rPr lang="en-IN" dirty="0" err="1"/>
              <a:t>analyzes</a:t>
            </a:r>
            <a:r>
              <a:rPr lang="en-IN" dirty="0"/>
              <a:t> health-related information, and generates context-aware recommendations.</a:t>
            </a:r>
          </a:p>
          <a:p>
            <a:r>
              <a:rPr lang="en-IN" dirty="0"/>
              <a:t>The Agentic AI in the system performs the following tasks:</a:t>
            </a:r>
          </a:p>
          <a:p>
            <a:r>
              <a:rPr lang="en-IN" b="1" dirty="0"/>
              <a:t>Understands User Intent</a:t>
            </a:r>
            <a:r>
              <a:rPr lang="en-IN" dirty="0"/>
              <a:t> – Interprets nutrition-related questions and user preferences. </a:t>
            </a:r>
          </a:p>
          <a:p>
            <a:r>
              <a:rPr lang="en-IN" b="1" dirty="0"/>
              <a:t>Generates Personalized Recommendations</a:t>
            </a:r>
            <a:r>
              <a:rPr lang="en-IN" dirty="0"/>
              <a:t> – Suggests meal plans and dietary advice based on user inputs. </a:t>
            </a:r>
          </a:p>
          <a:p>
            <a:r>
              <a:rPr lang="en-IN" b="1" dirty="0"/>
              <a:t>Supports Health Analysis</a:t>
            </a:r>
            <a:r>
              <a:rPr lang="en-IN" dirty="0"/>
              <a:t> – Assists with BMI, calorie estimation, and food nutrition analysis. </a:t>
            </a:r>
          </a:p>
          <a:p>
            <a:r>
              <a:rPr lang="en-IN" b="1" dirty="0"/>
              <a:t>Maintains Context</a:t>
            </a:r>
            <a:r>
              <a:rPr lang="en-IN" dirty="0"/>
              <a:t> – Uses active family profiles to provide personalized responses. </a:t>
            </a:r>
          </a:p>
          <a:p>
            <a:r>
              <a:rPr lang="en-IN" b="1" dirty="0"/>
              <a:t>Provides Interactive Assistance</a:t>
            </a:r>
            <a:r>
              <a:rPr lang="en-IN" dirty="0"/>
              <a:t> – Enables real-time conversational support for healthy lifestyle decisions. </a:t>
            </a:r>
          </a:p>
          <a:p>
            <a:r>
              <a:rPr lang="en-IN" dirty="0"/>
              <a:t>Overall, Agentic AI enhances the system by delivering </a:t>
            </a:r>
            <a:r>
              <a:rPr lang="en-IN" b="1" dirty="0"/>
              <a:t>intelligent, personalized, and context-aware nutrition assistance</a:t>
            </a:r>
            <a:r>
              <a:rPr lang="en-IN" dirty="0"/>
              <a:t>, helping users make informed dietary choices through an interactive AI-powered experience.</a:t>
            </a:r>
          </a:p>
          <a:p>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10091" y="150335"/>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610091" y="715464"/>
            <a:ext cx="11301984" cy="6155531"/>
          </a:xfrm>
          <a:prstGeom prst="rect">
            <a:avLst/>
          </a:prstGeom>
          <a:noFill/>
        </p:spPr>
        <p:txBody>
          <a:bodyPr wrap="square" rtlCol="0">
            <a:spAutoFit/>
          </a:bodyPr>
          <a:lstStyle/>
          <a:p>
            <a:r>
              <a:rPr lang="en-IN" sz="2000" dirty="0"/>
              <a:t>The proposed </a:t>
            </a:r>
            <a:r>
              <a:rPr lang="en-IN" sz="2000" b="1" dirty="0"/>
              <a:t>AI-Powered Nutrition Agent</a:t>
            </a:r>
            <a:r>
              <a:rPr lang="en-IN" sz="2000" dirty="0"/>
              <a:t> combines </a:t>
            </a:r>
            <a:r>
              <a:rPr lang="en-IN" sz="2000" b="1" dirty="0"/>
              <a:t>IBM watsonx.ai</a:t>
            </a:r>
            <a:r>
              <a:rPr lang="en-IN" sz="2000" dirty="0"/>
              <a:t>, </a:t>
            </a:r>
            <a:r>
              <a:rPr lang="en-IN" sz="2000" b="1" dirty="0"/>
              <a:t>Flask</a:t>
            </a:r>
            <a:r>
              <a:rPr lang="en-IN" sz="2000" dirty="0"/>
              <a:t>, and a modern web interface to provide intelligent, personalized nutrition guidance.</a:t>
            </a:r>
          </a:p>
          <a:p>
            <a:r>
              <a:rPr lang="en-IN" sz="2000" b="1" dirty="0"/>
              <a:t>Key Features</a:t>
            </a:r>
          </a:p>
          <a:p>
            <a:r>
              <a:rPr lang="en-IN" sz="2000" b="1" dirty="0"/>
              <a:t>AI-Powered Recommendations</a:t>
            </a:r>
            <a:r>
              <a:rPr lang="en-IN" sz="2000" dirty="0"/>
              <a:t> – Generates personalized meal plans and nutrition advice using IBM watsonx.ai Foundation Models. </a:t>
            </a:r>
          </a:p>
          <a:p>
            <a:r>
              <a:rPr lang="en-IN" sz="2000" b="1" dirty="0"/>
              <a:t>Personalized Experience</a:t>
            </a:r>
            <a:r>
              <a:rPr lang="en-IN" sz="2000" dirty="0"/>
              <a:t> – Considers user details such as age, gender, weight, height, and health goals. </a:t>
            </a:r>
          </a:p>
          <a:p>
            <a:r>
              <a:rPr lang="en-IN" sz="2000" b="1" dirty="0"/>
              <a:t>Integrated Health Tools</a:t>
            </a:r>
            <a:r>
              <a:rPr lang="en-IN" sz="2000" dirty="0"/>
              <a:t> – Includes BMI Calculator, Meal Planner, Food Analysis, and Family Profile management in one application. </a:t>
            </a:r>
          </a:p>
          <a:p>
            <a:r>
              <a:rPr lang="en-IN" sz="2000" b="1" dirty="0"/>
              <a:t>Interactive Chat Interface</a:t>
            </a:r>
            <a:r>
              <a:rPr lang="en-IN" sz="2000" dirty="0"/>
              <a:t> – Provides real-time conversational assistance through a simple and user-friendly interface. </a:t>
            </a:r>
          </a:p>
          <a:p>
            <a:r>
              <a:rPr lang="en-IN" sz="2000" b="1" dirty="0"/>
              <a:t>Modern Web Application</a:t>
            </a:r>
            <a:r>
              <a:rPr lang="en-IN" sz="2000" dirty="0"/>
              <a:t> – Responsive design with dashboard, dark mode, and intuitive navigation. </a:t>
            </a:r>
          </a:p>
          <a:p>
            <a:r>
              <a:rPr lang="en-IN" sz="2000" b="1" dirty="0"/>
              <a:t>Secure IBM Cloud Integration</a:t>
            </a:r>
            <a:r>
              <a:rPr lang="en-IN" sz="2000" dirty="0"/>
              <a:t> – Uses IBM watsonx.ai APIs for reliable and scalable AI-powered recommendations. </a:t>
            </a:r>
          </a:p>
          <a:p>
            <a:endParaRPr lang="en-IN" sz="2000" b="1" dirty="0"/>
          </a:p>
          <a:p>
            <a:r>
              <a:rPr lang="en-IN" sz="2000" dirty="0"/>
              <a:t>The solution combines </a:t>
            </a:r>
            <a:r>
              <a:rPr lang="en-IN" sz="2000" b="1" dirty="0"/>
              <a:t>AI-powered nutrition guidance</a:t>
            </a:r>
            <a:r>
              <a:rPr lang="en-IN" sz="2000" dirty="0"/>
              <a:t>, </a:t>
            </a:r>
            <a:r>
              <a:rPr lang="en-IN" sz="2000" b="1" dirty="0"/>
              <a:t>health analysis tools</a:t>
            </a:r>
            <a:r>
              <a:rPr lang="en-IN" sz="2000" dirty="0"/>
              <a:t>, and </a:t>
            </a:r>
            <a:r>
              <a:rPr lang="en-IN" sz="2000" b="1" dirty="0"/>
              <a:t>personalized recommendations</a:t>
            </a:r>
            <a:r>
              <a:rPr lang="en-IN" sz="2000" dirty="0"/>
              <a:t> into a single easy-to-use web application, enabling users to make healthier dietary decisions through an interactive AI assistant.</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–https://github.com/Samnaya/Nutrition-Agent-IBM</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1. Integration with Wearables &amp; Health Devices –</a:t>
            </a:r>
          </a:p>
          <a:p>
            <a:r>
              <a:rPr lang="en-IN" sz="2000" dirty="0"/>
              <a:t>The system can be integrated with smartwatches and fitness trackers to collect real-time health data such as heart rate, calories burned, step count, and sleep patterns. This will enable the Nutrition Agent to provide more personalized and dynamic dietary recommendations based on the user's daily activities and health status.</a:t>
            </a:r>
          </a:p>
          <a:p>
            <a:r>
              <a:rPr lang="en-IN" sz="2000" b="1" dirty="0"/>
              <a:t>2. AI-Powered Voice Assistant &amp; Food Image Recognition –</a:t>
            </a:r>
          </a:p>
          <a:p>
            <a:r>
              <a:rPr lang="en-IN" sz="2000" dirty="0"/>
              <a:t>Future versions can support voice interaction and food image analysis, allowing users to communicate naturally and upload meal images for automatic calorie estimation and nutritional analysis. This will improve accessibility and enhance the overall user experience.</a:t>
            </a:r>
          </a:p>
          <a:p>
            <a:r>
              <a:rPr lang="en-IN" sz="2000" b="1" dirty="0"/>
              <a:t>3. Advanced Personalization &amp; Disease-Specific Diet Planning –</a:t>
            </a:r>
          </a:p>
          <a:p>
            <a:r>
              <a:rPr lang="en-IN" sz="2000" dirty="0"/>
              <a:t>The application can be enhanced to maintain long-term user health records and provide personalized diet plans for medical conditions such as diabetes, hypertension, obesity, and heart disease. This will improve the accuracy and effectiveness of AI-generated nutrition recommendations.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336204" y="1212767"/>
            <a:ext cx="7074267"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968" r="2968"/>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1316</Words>
  <Application>Microsoft Office PowerPoint</Application>
  <PresentationFormat>Widescreen</PresentationFormat>
  <Paragraphs>117</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 S SAMNAYA</cp:lastModifiedBy>
  <cp:revision>17</cp:revision>
  <dcterms:created xsi:type="dcterms:W3CDTF">2025-07-08T05:06:56Z</dcterms:created>
  <dcterms:modified xsi:type="dcterms:W3CDTF">2026-07-08T12:22:59Z</dcterms:modified>
</cp:coreProperties>
</file>